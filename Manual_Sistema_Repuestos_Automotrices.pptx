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GESTIÓN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Repuestos Automotrices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 y Documentación de API REST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| MySQL | JPA | REST API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por: Luis Chan |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 de Contenidos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371600" y="128016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54480" y="135331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8988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7744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General del Sistema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554480" y="190195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8"/>
          <p:cNvSpPr/>
          <p:nvPr/>
        </p:nvSpPr>
        <p:spPr>
          <a:xfrm>
            <a:off x="155448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3852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744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Tecnologías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554480" y="245059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2"/>
          <p:cNvSpPr/>
          <p:nvPr/>
        </p:nvSpPr>
        <p:spPr>
          <a:xfrm>
            <a:off x="1554480" y="2450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48716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37744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- Estructura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554480" y="299923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6"/>
          <p:cNvSpPr/>
          <p:nvPr/>
        </p:nvSpPr>
        <p:spPr>
          <a:xfrm>
            <a:off x="1554480" y="29992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03580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37744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Sistema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554480" y="354787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0"/>
          <p:cNvSpPr/>
          <p:nvPr/>
        </p:nvSpPr>
        <p:spPr>
          <a:xfrm>
            <a:off x="155448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3584448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37744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la API REST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554480" y="409651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24"/>
          <p:cNvSpPr/>
          <p:nvPr/>
        </p:nvSpPr>
        <p:spPr>
          <a:xfrm>
            <a:off x="1554480" y="4096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680" y="4133088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37744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de Seguridad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Descripción General del Sistema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Integral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backend desarrollado con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gestión completa de un negocio de repuestos automotrices.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una arquitectura REST con operaciones CRUD para: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17320" y="292608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3017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personal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78892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74720" y="292608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0175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803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8803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suppliers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84632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32120" y="292608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0175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377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49377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piezas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903720" y="2743200"/>
            <a:ext cx="192024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589520" y="2926080"/>
            <a:ext cx="548640" cy="5486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0175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951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6995160" y="3931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transacciones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137160" cy="822960"/>
          </a:xfrm>
          <a:prstGeom prst="rect">
            <a:avLst/>
          </a:prstGeom>
          <a:solidFill>
            <a:srgbClr val="E15759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575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Presentación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554480" y="1463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(REST API)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EmpleadoController  •  ProveedorController  •  RepuestoController  •  VentaController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2194560"/>
            <a:ext cx="137160" cy="822960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12" name="Shape 8"/>
          <p:cNvSpPr/>
          <p:nvPr/>
        </p:nvSpPr>
        <p:spPr>
          <a:xfrm>
            <a:off x="914400" y="2194560"/>
            <a:ext cx="7315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8E2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4688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Negocio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5448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EmpleadoService  •  ProveedorService  •  RepuestoService  •  VentaService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3291840"/>
            <a:ext cx="137160" cy="822960"/>
          </a:xfrm>
          <a:prstGeom prst="rect">
            <a:avLst/>
          </a:prstGeom>
          <a:solidFill>
            <a:srgbClr val="59A14F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3291840"/>
            <a:ext cx="7315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A14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661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Persistencia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155448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(JPA)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0" y="3474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EmpleadoRepository  •  ProveedorRepository  •  RepuestoRepository  •  VentaRepository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Tecnologías: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31520" y="4663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 • Spring Data JPA • MySQL 8.0 • Maven • Jakarta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 Base de Datos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id_proveedor (PK)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nombre_proveedor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telefono_proveedor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email_proveedor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834640"/>
            <a:ext cx="38404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id_empleado (PK)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nombre_empleado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3749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apellido_empleado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977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puesto_empleado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" y="4206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email_empleado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10058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Repuestos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9204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id_repuesto (PK)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nombre_repuesto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9204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categoria_repuesto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precio_compra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9204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precio_venta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92040" y="2606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id_proveedor (FK)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54880" y="1005840"/>
            <a:ext cx="3840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29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89204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id_venta (PK)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9204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fecha_venta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9204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89204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89204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id_empleado (FK)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892040" y="2606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id_repuesto (FK)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4864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56032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Foreign Key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Módulo: Empleados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la Entidad: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empleado (auto-incremental)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empleado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 del empleado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 del empleado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 empleado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Implementadas: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990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 no pueden estar vacíos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6479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6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debe ser válido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305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064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debe ser de dominios permitidos (Gmail, Yahoo, Outlook)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9631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empleados duplicados (mismo nombre y apellido)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del Repositorio: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914400" y="3977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findByNombreEmpleadoAndApellidoEmpleado(String, String)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buscar empleados por nombre y apellido para evitar duplicados.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Módulo: Proveedores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la Entidad: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proveedor (auto-incremental)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proveedor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del proveedor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 proveedor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Implementadas: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990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no puede estar vacío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6479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6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es requerido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305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064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debe ser válido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9631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debe ser de dominios permitidos (Gmail, Yahoo, Outlook)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6207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206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proveedores duplicados (mismo nombre)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del Repositorio: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914400" y="3977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findByNombreProveedor(String)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buscar proveedores por nombre para evitar duplicados.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Módulo: Repuestos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la Entidad: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repuesto (auto-incremental)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repuesto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del repuesto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compra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venta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proveedor (FK)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Implementadas: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990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categoría no pueden estar vacíos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6479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6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compra debe ser mayor a 0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305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064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venta debe ser mayor a 0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9631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seleccionar un proveedor válido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6207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206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debe existir en la BD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27832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2064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repuestos duplicados (mismo nombre)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del Repositorio: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91440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findByNombreRepuesto(String)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buscar repuestos por nombre para evitar duplicados.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Módulo: Ventas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la Entidad: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 la venta (auto-incremental)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venta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empleado (FK)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del repuesto (FK)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Implementadas: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990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no puede estar vacía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6479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6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debe ser mayor a 0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1305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0640" y="2103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debe ser mayor a 0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96312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1206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seleccionar un empleado válido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6207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206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seleccionar un repuesto válido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227832"/>
            <a:ext cx="182880" cy="18288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2064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permiten ventas duplicadas (misma fecha, empleado y repuesto)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del Repositorio: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91440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findByFechaVentaAndIdEmpleadoAndIdRepuesto(LocalDate, Integer, Integer)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buscar ventas por fecha, empleado y repuesto para evitar duplicados.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Endpoints de la API REST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/api/proveedores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71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/api/proveedores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todos los proveedores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73152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/api/proveedores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6344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nuevo proveedor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01168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/api/proveedores/{id}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proveedor por ID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331720"/>
            <a:ext cx="73152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/api/proveedores/{id}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proveedor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2651760"/>
            <a:ext cx="731520" cy="2743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3716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/api/proveedores/{id}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6344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proveedor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/api/empleados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347472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7160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/api/empleados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6344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todos los empleados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3794760"/>
            <a:ext cx="73152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37160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/api/empleados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634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nuevo empleado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11480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3716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/api/empleados/{id}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66344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empleado por ID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434840"/>
            <a:ext cx="73152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37160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/api/empleados/{id}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66344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empleado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754880"/>
            <a:ext cx="731520" cy="2743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37160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/api/empleados/{id}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66344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empleado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Endpoints de la API REST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/api/repuestos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71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/api/repuestos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todos los repuestos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73152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/api/repuestos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63440" y="1691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nuevo repuesto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01168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011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/api/repuestos/{id}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2011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repuesto por ID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2331720"/>
            <a:ext cx="73152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/api/repuestos/{id}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repuesto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2651760"/>
            <a:ext cx="731520" cy="2743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3716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/api/repuestos/{id}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6344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repuesto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/api/ventas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48640" y="347472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7160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/api/ventas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6344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todas las ventas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3794760"/>
            <a:ext cx="731520" cy="2743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37160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/api/ventas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634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nueva venta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114800"/>
            <a:ext cx="73152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3716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/api/ventas/{id}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66344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venta por ID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434840"/>
            <a:ext cx="731520" cy="2743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37160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/api/ventas/{id}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66344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venta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754880"/>
            <a:ext cx="731520" cy="2743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37160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/api/ventas/{id}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663440" y="4754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venta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Validaciones y Seguridad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Jakarta (Bean Validation)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44752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 - Campos de texto no pueden estar vacíos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@NotNull - Campos numéricos no pueden ser nulos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76272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@Positive - Valores numéricos deben ser mayores a 0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42032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@Email - Validación de formato de correo electrónico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Personalizadas de Negocio</a:t>
            </a:r>
            <a:endParaRPr lang="en-US" sz="1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73552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dominios de email permitidos</a:t>
            </a:r>
            <a:endParaRPr lang="en-US" sz="14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639312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0584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registros duplicados</a:t>
            </a:r>
            <a:endParaRPr lang="en-US" sz="14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005072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058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existencia de relaciones (Foreign Keys)</a:t>
            </a:r>
            <a:endParaRPr lang="en-US" sz="14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70832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00584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excepciones con mensajes descriptivos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Completo y Funcional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operaciones CRUD completas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integrados • Validaciones robustas • Arquitectura en capas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• MySQL • JPA • Jakarta Validation • Maven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Repuestos Automotrices - Manual Técnico</dc:title>
  <dc:subject>PptxGenJS Presentation</dc:subject>
  <dc:creator>Luis Chan</dc:creator>
  <cp:lastModifiedBy>Luis Chan</cp:lastModifiedBy>
  <cp:revision>1</cp:revision>
  <dcterms:created xsi:type="dcterms:W3CDTF">2026-02-14T04:44:25Z</dcterms:created>
  <dcterms:modified xsi:type="dcterms:W3CDTF">2026-02-14T04:44:25Z</dcterms:modified>
</cp:coreProperties>
</file>